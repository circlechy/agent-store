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714"/>
  </p:normalViewPr>
  <p:slideViewPr>
    <p:cSldViewPr snapToGrid="0">
      <p:cViewPr varScale="1">
        <p:scale>
          <a:sx n="115" d="100"/>
          <a:sy n="115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2C9D-6C10-4C46-A1F8-D4450CB6547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E604-86A8-5C41-B862-9B95011CF66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2C9D-6C10-4C46-A1F8-D4450CB6547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E604-86A8-5C41-B862-9B95011CF66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2C9D-6C10-4C46-A1F8-D4450CB6547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E604-86A8-5C41-B862-9B95011CF66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2C9D-6C10-4C46-A1F8-D4450CB6547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E604-86A8-5C41-B862-9B95011CF66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2C9D-6C10-4C46-A1F8-D4450CB6547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E604-86A8-5C41-B862-9B95011CF66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2C9D-6C10-4C46-A1F8-D4450CB6547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E604-86A8-5C41-B862-9B95011CF66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2C9D-6C10-4C46-A1F8-D4450CB6547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E604-86A8-5C41-B862-9B95011CF66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2C9D-6C10-4C46-A1F8-D4450CB6547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E604-86A8-5C41-B862-9B95011CF66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2C9D-6C10-4C46-A1F8-D4450CB6547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E604-86A8-5C41-B862-9B95011CF66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2C9D-6C10-4C46-A1F8-D4450CB6547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E604-86A8-5C41-B862-9B95011CF66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2C9D-6C10-4C46-A1F8-D4450CB6547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E604-86A8-5C41-B862-9B95011CF66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7C2C9D-6C10-4C46-A1F8-D4450CB6547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10E604-86A8-5C41-B862-9B95011CF66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6626860" y="1794510"/>
            <a:ext cx="4070350" cy="1593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dirty="0"/>
              <a:t>意图框架提供了</a:t>
            </a:r>
            <a:r>
              <a:rPr lang="en-US" altLang="zh-CN" sz="1600" dirty="0"/>
              <a:t>HARMLESS</a:t>
            </a:r>
            <a:r>
              <a:rPr lang="zh-CN" altLang="en-US" sz="1600" dirty="0"/>
              <a:t>系统级的意图标准体系，通过多维系统感知大模型等能力，构建全局意图范式，实现对用户显性与潜在意图的理解，并及时准确的将用户需求传递给生态伙伴，匹配合时宜的服务，为用户提供多模态、场景化进阶体验</a:t>
            </a:r>
            <a:endParaRPr lang="zh-CN" alt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27" name="TextBox 26"/>
          <p:cNvSpPr txBox="1"/>
          <p:nvPr/>
        </p:nvSpPr>
        <p:spPr>
          <a:xfrm>
            <a:off x="1498103" y="5600051"/>
            <a:ext cx="93217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Core </a:t>
            </a:r>
            <a:r>
              <a:rPr lang="en-US" sz="2000" dirty="0" err="1"/>
              <a:t>DeepLearning</a:t>
            </a:r>
            <a:r>
              <a:rPr lang="en-US" sz="2000" dirty="0"/>
              <a:t> </a:t>
            </a:r>
            <a:r>
              <a:rPr lang="en-US" sz="2000" dirty="0" err="1"/>
              <a:t>APl</a:t>
            </a:r>
            <a:r>
              <a:rPr lang="zh-CN" altLang="en-US" sz="2000" dirty="0"/>
              <a:t>提供了高性能低功耗的端侧推理和端侧学习环境</a:t>
            </a:r>
            <a:endParaRPr lang="en-US" altLang="zh-CN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1497965" y="3690620"/>
            <a:ext cx="9285605" cy="1651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dirty="0" err="1"/>
              <a:t>CoreAI</a:t>
            </a:r>
            <a:r>
              <a:rPr lang="en-US" sz="2400" dirty="0"/>
              <a:t> API</a:t>
            </a:r>
            <a:r>
              <a:rPr lang="zh-CN" altLang="en-US" sz="2400" dirty="0"/>
              <a:t>提供了图像语义、语言语音解析、</a:t>
            </a:r>
            <a:r>
              <a:rPr lang="en-US" sz="2400" dirty="0"/>
              <a:t>OCR</a:t>
            </a:r>
            <a:r>
              <a:rPr lang="zh-CN" altLang="en-US" sz="2400" dirty="0"/>
              <a:t>文字识别等能力</a:t>
            </a:r>
            <a:endParaRPr lang="en-US" altLang="zh-CN" sz="2400" dirty="0"/>
          </a:p>
          <a:p>
            <a:endParaRPr lang="en-US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491615" y="1725930"/>
            <a:ext cx="4070985" cy="1651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/>
              <a:t>Machine Learning Kit</a:t>
            </a:r>
            <a:r>
              <a:rPr lang="zh-CN" altLang="en-US" dirty="0"/>
              <a:t>提供了场景化能力</a:t>
            </a:r>
            <a:r>
              <a:rPr lang="en-US" altLang="zh-CN" dirty="0"/>
              <a:t>,</a:t>
            </a:r>
            <a:r>
              <a:rPr lang="zh-CN" altLang="en-US" dirty="0"/>
              <a:t>包括通用卡证识别、实时语音识别等</a:t>
            </a:r>
            <a:r>
              <a:rPr lang="en-US" altLang="zh-CN" dirty="0"/>
              <a:t>,</a:t>
            </a:r>
            <a:r>
              <a:rPr lang="zh-CN" altLang="en-US" dirty="0"/>
              <a:t>提供</a:t>
            </a:r>
            <a:r>
              <a:rPr lang="en-US" altLang="zh-CN" dirty="0"/>
              <a:t>AI</a:t>
            </a:r>
            <a:r>
              <a:rPr lang="zh-CN" altLang="en-US" dirty="0"/>
              <a:t>控件能力，使系统控件融合文字识别等</a:t>
            </a:r>
            <a:r>
              <a:rPr lang="en-US" altLang="zh-CN" dirty="0"/>
              <a:t>AI</a:t>
            </a:r>
            <a:r>
              <a:rPr lang="zh-CN" altLang="en-US" dirty="0"/>
              <a:t>能力</a:t>
            </a:r>
            <a:endParaRPr lang="zh-CN" alt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23" name="Group 22"/>
          <p:cNvGrpSpPr/>
          <p:nvPr/>
        </p:nvGrpSpPr>
        <p:grpSpPr>
          <a:xfrm>
            <a:off x="1476665" y="1769437"/>
            <a:ext cx="4071257" cy="1592943"/>
            <a:chOff x="1476830" y="1759855"/>
            <a:chExt cx="4071257" cy="1592943"/>
          </a:xfrm>
        </p:grpSpPr>
        <p:sp>
          <p:nvSpPr>
            <p:cNvPr id="4" name="Rectangle 3"/>
            <p:cNvSpPr/>
            <p:nvPr/>
          </p:nvSpPr>
          <p:spPr>
            <a:xfrm>
              <a:off x="1476830" y="1759855"/>
              <a:ext cx="4071257" cy="159294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n-ea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408341" y="1951138"/>
              <a:ext cx="22878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+mn-ea"/>
                </a:rPr>
                <a:t>MachineLearning</a:t>
              </a:r>
              <a:r>
                <a:rPr lang="en-US" dirty="0">
                  <a:latin typeface="+mn-ea"/>
                </a:rPr>
                <a:t> Kit</a:t>
              </a:r>
              <a:endParaRPr lang="en-US" dirty="0">
                <a:latin typeface="+mn-ea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990483" y="2511752"/>
              <a:ext cx="1338828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latin typeface="+mn-ea"/>
                </a:rPr>
                <a:t>AI控件</a:t>
              </a:r>
              <a:endParaRPr lang="en-US" dirty="0">
                <a:latin typeface="+mn-ea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769285" y="2512534"/>
              <a:ext cx="1338828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latin typeface="+mn-ea"/>
                </a:rPr>
                <a:t>场景化能力</a:t>
              </a:r>
              <a:endParaRPr lang="en-US" dirty="0">
                <a:latin typeface="+mn-ea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626172" y="1796766"/>
            <a:ext cx="4071257" cy="1592943"/>
            <a:chOff x="6726343" y="1759855"/>
            <a:chExt cx="4071257" cy="1592943"/>
          </a:xfrm>
        </p:grpSpPr>
        <p:sp>
          <p:nvSpPr>
            <p:cNvPr id="8" name="Rectangle 7"/>
            <p:cNvSpPr/>
            <p:nvPr/>
          </p:nvSpPr>
          <p:spPr>
            <a:xfrm>
              <a:off x="6726343" y="1759855"/>
              <a:ext cx="4071257" cy="159294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n-ea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2487" y="1951138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latin typeface="+mn-ea"/>
                </a:rPr>
                <a:t>意图框架</a:t>
              </a:r>
              <a:endParaRPr lang="en-US" dirty="0">
                <a:latin typeface="+mn-ea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225482" y="2511752"/>
              <a:ext cx="1338828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latin typeface="+mn-ea"/>
                </a:rPr>
                <a:t>系统感知</a:t>
              </a:r>
              <a:endParaRPr lang="en-US" dirty="0">
                <a:latin typeface="+mn-ea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134216" y="2512534"/>
              <a:ext cx="1107996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latin typeface="+mn-ea"/>
                </a:rPr>
                <a:t>意图范式</a:t>
              </a:r>
              <a:endParaRPr lang="en-US" dirty="0">
                <a:latin typeface="+mn-ea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1498025" y="3730654"/>
            <a:ext cx="9321800" cy="1592943"/>
            <a:chOff x="1476830" y="3632981"/>
            <a:chExt cx="9321800" cy="1592943"/>
          </a:xfrm>
        </p:grpSpPr>
        <p:sp>
          <p:nvSpPr>
            <p:cNvPr id="12" name="Rectangle 11"/>
            <p:cNvSpPr/>
            <p:nvPr/>
          </p:nvSpPr>
          <p:spPr>
            <a:xfrm>
              <a:off x="1476830" y="3632981"/>
              <a:ext cx="9321800" cy="1592943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n-ea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398799" y="3735363"/>
              <a:ext cx="18878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n-ea"/>
                </a:rPr>
                <a:t>Core</a:t>
              </a:r>
              <a:r>
                <a:rPr lang="zh-CN" altLang="en-US" dirty="0">
                  <a:latin typeface="+mn-ea"/>
                </a:rPr>
                <a:t> </a:t>
              </a:r>
              <a:r>
                <a:rPr lang="en-US" altLang="zh-CN" dirty="0">
                  <a:latin typeface="+mn-ea"/>
                </a:rPr>
                <a:t>AI</a:t>
              </a:r>
              <a:r>
                <a:rPr lang="zh-CN" altLang="en-US" dirty="0">
                  <a:latin typeface="+mn-ea"/>
                </a:rPr>
                <a:t> </a:t>
              </a:r>
              <a:r>
                <a:rPr lang="en-US" altLang="zh-CN" dirty="0">
                  <a:latin typeface="+mn-ea"/>
                </a:rPr>
                <a:t>API</a:t>
              </a:r>
              <a:endParaRPr lang="en-US" dirty="0">
                <a:latin typeface="+mn-ea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990483" y="4384878"/>
              <a:ext cx="1338828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latin typeface="+mn-ea"/>
                </a:rPr>
                <a:t>图像语义</a:t>
              </a:r>
              <a:endParaRPr lang="en-US" dirty="0">
                <a:latin typeface="+mn-ea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769285" y="4384878"/>
              <a:ext cx="1338828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latin typeface="+mn-ea"/>
                </a:rPr>
                <a:t>语音语言</a:t>
              </a:r>
              <a:endParaRPr lang="en-US" dirty="0">
                <a:latin typeface="+mn-ea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548087" y="4384878"/>
              <a:ext cx="1338828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+mn-ea"/>
                </a:rPr>
                <a:t>OCR</a:t>
              </a:r>
              <a:endParaRPr lang="en-US" dirty="0">
                <a:latin typeface="+mn-ea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326889" y="4384878"/>
              <a:ext cx="1338828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latin typeface="+mn-ea"/>
                </a:rPr>
                <a:t>人脸</a:t>
              </a:r>
              <a:endParaRPr lang="en-US" dirty="0">
                <a:latin typeface="+mn-ea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938872" y="4384878"/>
              <a:ext cx="1338828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+mn-ea"/>
                </a:rPr>
                <a:t>…</a:t>
              </a:r>
              <a:endParaRPr lang="en-US" dirty="0">
                <a:latin typeface="+mn-ea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1498103" y="5539645"/>
            <a:ext cx="9321800" cy="1112406"/>
            <a:chOff x="1475800" y="5506107"/>
            <a:chExt cx="9321800" cy="1112406"/>
          </a:xfrm>
        </p:grpSpPr>
        <p:sp>
          <p:nvSpPr>
            <p:cNvPr id="19" name="Rectangle 18"/>
            <p:cNvSpPr/>
            <p:nvPr/>
          </p:nvSpPr>
          <p:spPr>
            <a:xfrm>
              <a:off x="1475800" y="5506107"/>
              <a:ext cx="9321800" cy="11124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n-ea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731812" y="5888672"/>
              <a:ext cx="31630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+mn-ea"/>
                </a:rPr>
                <a:t>Core</a:t>
              </a:r>
              <a:r>
                <a:rPr lang="zh-CN" altLang="en-US" dirty="0">
                  <a:latin typeface="+mn-ea"/>
                </a:rPr>
                <a:t> </a:t>
              </a:r>
              <a:r>
                <a:rPr lang="en-US" altLang="zh-CN" dirty="0" err="1">
                  <a:latin typeface="+mn-ea"/>
                </a:rPr>
                <a:t>DeepLearning</a:t>
              </a:r>
              <a:r>
                <a:rPr lang="en-US" altLang="zh-CN" dirty="0">
                  <a:latin typeface="+mn-ea"/>
                </a:rPr>
                <a:t> API</a:t>
              </a:r>
              <a:endParaRPr lang="en-US" dirty="0">
                <a:latin typeface="+mn-ea"/>
              </a:endParaRPr>
            </a:p>
          </p:txBody>
        </p:sp>
      </p:grp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25" y="55880"/>
            <a:ext cx="9427845" cy="15284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</Words>
  <Application>WPS 演示</Application>
  <PresentationFormat>Widescreen</PresentationFormat>
  <Paragraphs>42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等线</vt:lpstr>
      <vt:lpstr>汉仪中等线KW</vt:lpstr>
      <vt:lpstr>Aptos</vt:lpstr>
      <vt:lpstr>Helvetica Neue</vt:lpstr>
      <vt:lpstr>宋体</vt:lpstr>
      <vt:lpstr>汉仪书宋二KW</vt:lpstr>
      <vt:lpstr>微软雅黑</vt:lpstr>
      <vt:lpstr>汉仪旗黑</vt:lpstr>
      <vt:lpstr>Arial Unicode MS</vt:lpstr>
      <vt:lpstr>Aptos Display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Run A</dc:creator>
  <cp:lastModifiedBy>allen</cp:lastModifiedBy>
  <cp:revision>8</cp:revision>
  <dcterms:created xsi:type="dcterms:W3CDTF">2026-01-20T07:57:46Z</dcterms:created>
  <dcterms:modified xsi:type="dcterms:W3CDTF">2026-01-20T07:57:46Z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F0C69120C0FD470991336F6928C7A2C1_42</vt:lpwstr>
  </property>
  <property fmtid="{D5CDD505-2E9C-101B-9397-08002B2CF9AE}" pid="3" name="KSOProductBuildVer">
    <vt:lpwstr>2052-7.3.1.8967</vt:lpwstr>
  </property>
</Properties>
</file>